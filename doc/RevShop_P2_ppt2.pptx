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RevShop E-Commerce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22675"/>
            <a:ext cx="5951220" cy="2016125"/>
          </a:xfrm>
        </p:spPr>
        <p:txBody>
          <a:bodyPr/>
          <a:lstStyle/>
          <a:p>
            <a:r>
              <a:rPr lang="en-US"/>
              <a:t>Web based monolithic application 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61520" cy="1371600"/>
          </a:xfrm>
          <a:prstGeom prst="rect">
            <a:avLst/>
          </a:prstGeom>
          <a:solidFill>
            <a:srgbClr val="1E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Introduction</a:t>
            </a:r>
            <a:endParaRPr sz="36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t>RevShop is a full-stack monolithic e-commerce application.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Supports Buyers and Sellers on a single platform.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Provides product browsing, cart management, orders, and payments.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Designed using layered architecture and ER diagram.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61520" cy="1371600"/>
          </a:xfrm>
          <a:prstGeom prst="rect">
            <a:avLst/>
          </a:prstGeom>
          <a:solidFill>
            <a:srgbClr val="1E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Objectives</a:t>
            </a:r>
            <a:endParaRPr sz="36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t>Develop a complete e-commerce system.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Implement role-based access control.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Design relational database using ERD.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Simulate real-world shopping workflows.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Build scalable and maintainable architecture.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61520" cy="1371600"/>
          </a:xfrm>
          <a:prstGeom prst="rect">
            <a:avLst/>
          </a:prstGeom>
          <a:solidFill>
            <a:srgbClr val="1E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Technology Stack</a:t>
            </a:r>
            <a:endParaRPr sz="36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t>Backend: Java, Spring Boot, Spring Security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Database: Oracle DB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ORM: Spring Data JPA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Frontend: HTML, CSS, JavaScript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Build Tool: Maven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API Style: REST APIs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61520" cy="1371600"/>
          </a:xfrm>
          <a:prstGeom prst="rect">
            <a:avLst/>
          </a:prstGeom>
          <a:solidFill>
            <a:srgbClr val="1E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System Architecture</a:t>
            </a:r>
            <a:endParaRPr sz="36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t>Client (Browser)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Controller Layer – Handles requests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Service Layer – Business logic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Repository Layer – Database interaction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Oracle Database – Data storage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61520" cy="1371600"/>
          </a:xfrm>
          <a:prstGeom prst="rect">
            <a:avLst/>
          </a:prstGeom>
          <a:solidFill>
            <a:srgbClr val="1E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Buyer Functionalities</a:t>
            </a:r>
            <a:endParaRPr sz="36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t>User registration and login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Browse and search products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Add items to cart and checkout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Make simulated payments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View order history and notifications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Review and rate products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61520" cy="1371600"/>
          </a:xfrm>
          <a:prstGeom prst="rect">
            <a:avLst/>
          </a:prstGeom>
          <a:solidFill>
            <a:srgbClr val="1E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Seller Functionalities</a:t>
            </a:r>
            <a:endParaRPr sz="36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t>Seller registration and login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Add, update, and delete products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Manage inventory and discounts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View orders and buyer details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Receive order notifications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Monitor stock levels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61520" cy="1371600"/>
          </a:xfrm>
          <a:prstGeom prst="rect">
            <a:avLst/>
          </a:prstGeom>
          <a:solidFill>
            <a:srgbClr val="1E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Database Design (ER Diagram)</a:t>
            </a:r>
            <a:endParaRPr sz="36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t>Entities: Users, Sellers, Products, Categories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Cart and Cart Items for shopping management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Orders and Payments for transaction handling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Reviews, Favorites, and Notifications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Relationships ensure data consistency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61520" cy="1371600"/>
          </a:xfrm>
          <a:prstGeom prst="rect">
            <a:avLst/>
          </a:prstGeom>
          <a:solidFill>
            <a:srgbClr val="1E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Core Functional Flow</a:t>
            </a:r>
            <a:endParaRPr sz="36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t>Buyer Flow: Login → Browse → Cart → Checkout → Payment → Notification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Seller Flow: Login → Add Products → Manage Inventory → View Orders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System manages order lifecycle and notifications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61520" cy="1371600"/>
          </a:xfrm>
          <a:prstGeom prst="rect">
            <a:avLst/>
          </a:prstGeom>
          <a:solidFill>
            <a:srgbClr val="1E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Security Features</a:t>
            </a:r>
            <a:endParaRPr sz="36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t>Role-based authentication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Password encryption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Secure API access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Protected user data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61520" cy="1371600"/>
          </a:xfrm>
          <a:prstGeom prst="rect">
            <a:avLst/>
          </a:prstGeom>
          <a:solidFill>
            <a:srgbClr val="1E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Future Enhancements</a:t>
            </a:r>
            <a:endParaRPr sz="36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t>Real payment gateway integration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Email and SMS notifications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Recommendation system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Microservices architecture migration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Mobile application support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61520" cy="1371600"/>
          </a:xfrm>
          <a:prstGeom prst="rect">
            <a:avLst/>
          </a:prstGeom>
          <a:solidFill>
            <a:srgbClr val="1E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Conclusion</a:t>
            </a:r>
            <a:endParaRPr sz="36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t>RevShop demonstrates a complete e-commerce workflow.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Implements layered architecture and ER-based database design.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Scalable and extendable for real-world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2082</Words>
  <Application>WPS Presentation</Application>
  <PresentationFormat>On-screen Show (4:3)</PresentationFormat>
  <Paragraphs>89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RevShop E-Commerce Application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lingi</cp:lastModifiedBy>
  <cp:revision>3</cp:revision>
  <dcterms:created xsi:type="dcterms:W3CDTF">2013-01-27T09:14:00Z</dcterms:created>
  <dcterms:modified xsi:type="dcterms:W3CDTF">2026-03-04T04:59:24Z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CDF52DC477504A0EBD349F8095F5666F_13</vt:lpwstr>
  </property>
  <property fmtid="{D5CDD505-2E9C-101B-9397-08002B2CF9AE}" pid="3" name="KSOProductBuildVer">
    <vt:lpwstr>1033-12.2.0.23196</vt:lpwstr>
  </property>
</Properties>
</file>